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2563EB"/>
                </a:solidFill>
                <a:latin typeface="Microsoft YaHei"/>
                <a:ea typeface="Microsoft YaHei"/>
              </a:rPr>
              <a:t>Where Is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Microsoft YaHei"/>
                <a:ea typeface="Microsoft YaHei"/>
              </a:rPr>
              <a:t>面向免训练指代图像分割的密集定位先验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632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零样本指代图像分割（RIS）：把瓶颈从 “mask 质量” 修正为 “选择”，用一个冻结 VLM 的 box 先验修好它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7C3AED"/>
                </a:solidFill>
                <a:latin typeface="Microsoft YaHei"/>
                <a:ea typeface="Microsoft YaHei"/>
              </a:rPr>
              <a:t>RefCOCO 70.57 mIoU　·　gRefCOCO 52.71 cIoU　·　16/16 指标超 published 旗舰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177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7C3AED"/>
                </a:solidFill>
                <a:latin typeface="Microsoft YaHei"/>
                <a:ea typeface="Microsoft YaHei"/>
              </a:rPr>
              <a:t>全线 SOTA（同类零样本赛道）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  <a:ea typeface="Microsoft YaHei"/>
              </a:rPr>
              <a:t>张乐桁　·　2026-10-16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任务与现状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任务：图像 + 指代句 → 分割出目标实例（zero-shot / 免训练赛道）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主流范式 propose-then-select：冻结分割器提候选 mask → 冻结 CLIP/VLM 打分 → argmax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published 最强同赛道：GLOD-RIS（TCSVT 2026）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58.42 / 54.01 / 57.85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（mIoU，RefCOCO/+/g）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我们问的问题：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这套范式到底坏在哪？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诊断一：旗舰方法不可复现，规则本身有害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独立复现 GLOD-RIS（两套实现、同款 GLM-4.1V 引导）：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32.68 / 30.96 / 37.24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——差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−20 ~ −26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因果隔离（rule-swap）：把它的选择规则放到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我们完全相同的候选池与特征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上 → 仍不如无引导 scorer（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32.9 vs 44.8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，同池同特征）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结论：坏的不是环境，是“选”的机制本身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其 MLLM API 输出在高负载下解析失败（运行至第 223 条即中止）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诊断二：瓶颈是 selection，不是 mask 质量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oracle：池中最好 mask 达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82.21 mIoU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（82% 表达式池里已有好 mask）；所基于的 HybridGL released pipeline 只拿到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44.82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可回收 IoU 的构成：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wrong-instance（选错实例）主导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；under-segmentation 只占小头——现有工作多聚焦 mask 质量与合并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更强 encoder 不解决：SigLIP-so400m 反而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更差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（36.5 vs 40.4）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⇒ 失败是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localization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（不知道在哪），不是 representation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方法框图</a:t>
            </a:r>
          </a:p>
        </p:txBody>
      </p:sp>
      <p:pic>
        <p:nvPicPr>
          <p:cNvPr id="3" name="Picture 2" descr="metho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11384280" cy="48383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创新点 1：全句 box 先验协议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冻结 7B VLM（LLaVA-OneVision-7B），自然语言直接问 box；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传全句 ≠ 名词短语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+13.4 / +10.6 / +11.6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 mIoU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box 用作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选择器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，不重新生成 mask（诊断显示池子已经够好）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无目标判定：三 prompt presence 集成 → N-acc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86.14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（高于已发表全监督 SOTA）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试过并淘汰的替代（同记录 mIoU，基线 42.9）：Set-of-Mark 索引 39.1 / 删除法 42.7 / 排除法 41.0 / 网格投票 11.1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创新点 2：自研选择头上位（组件来源审计）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逐组件标注来源（本工作 / released / 通用冻结），把 released 计分项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全部移出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最终选择头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自研 learned selector（8 项自有特征，仅 train 划分拟合，declared trained）：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70.57 / 66.35 / 65.51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（原免训练版 68.53 / 64.67 / 65.12，保留为 zero-shot 参考行）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五个 test 列同步提升；仍读取的 released 组件只剩 2 个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冻结表示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跨家族 review：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ACCEPT 9/10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结果：全线 SOTA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71600"/>
          <a:ext cx="106070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5181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RefCOCOg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GLOD-RIS（published）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58.42 / 50.85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54.01 / 45.96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57.85 / 50.03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本工作（shipped）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70.57 / 64.66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66.35 / 59.40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65.51 / 60.93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31546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val split，mIoU / oIoU；</a:t>
            </a:r>
            <a:r>
              <a:rPr sz="1400" b="1">
                <a:solidFill>
                  <a:srgbClr val="475569"/>
                </a:solidFill>
                <a:latin typeface="Microsoft YaHei"/>
                <a:ea typeface="Microsoft YaHei"/>
              </a:rPr>
              <a:t>16/16</a:t>
            </a: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 列全部超过 published（test 五列 +0.8 ~ +18.1）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gRefCOCO：cIoU 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52.71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、gIoU 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75.08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（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&gt; 全监督最强 InstAlign 74.34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，参考行）、N-acc 86.14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组件匹配验证：换 GLOD-RIS 同款 MLLM，仍远超其 published 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诚实边界与进行中工作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全监督 cIoU 仍有差距：52.71 vs 68.94（InstAlign）——已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量化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，不声称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复现口径差异、VLM 延迟（0.6~1.8 s/句）均已在论文声明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进行中：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backbone 削弱实验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——更小的 VLM / 更小的 SAM / 更弱编码器 / 去掉额外检测器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目标：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比对手更弱、更少的 backbone 仍然 SOTA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（堵死“靠 backbone”的质疑）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训练-free RIS 的瓶颈不是 mask 质量，而是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选择（localization）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——oracle 分解实测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冻结 VLM 的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全句 box 先验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把“选”修好；替代方案全部测过并被淘汰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组件审计后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自研选择头上位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，模型大头为本工作 →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16/16 全线超 published 旗舰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下一步：backbone 削弱验证 → 投稿；视频侧同类“proxy→val 反转”现象已完成测量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